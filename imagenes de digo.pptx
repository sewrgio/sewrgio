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011BF6-F9EA-45BD-9FC3-B77436834F1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EDD032-738A-4972-8444-4B3F32A155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86D7FDE-E17B-48EA-AF0C-A0ACB3C8D26D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image" Target="../media/image5.jpeg"/><Relationship Id="rId4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image" Target="../media/image8.jpeg"/><Relationship Id="rId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10.jpeg"/><Relationship Id="rId3" Type="http://schemas.openxmlformats.org/officeDocument/2006/relationships/image" Target="../media/image11.jpeg"/><Relationship Id="rId4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jpe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/>
          <p:cNvPicPr/>
          <p:nvPr/>
        </p:nvPicPr>
        <p:blipFill>
          <a:blip r:embed="rId1"/>
          <a:stretch/>
        </p:blipFill>
        <p:spPr>
          <a:xfrm>
            <a:off x="-89640" y="360"/>
            <a:ext cx="5669640" cy="566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"/>
          <p:cNvPicPr/>
          <p:nvPr/>
        </p:nvPicPr>
        <p:blipFill>
          <a:blip r:embed="rId2"/>
          <a:stretch/>
        </p:blipFill>
        <p:spPr>
          <a:xfrm>
            <a:off x="5580000" y="33480"/>
            <a:ext cx="4500000" cy="4845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/>
          <p:cNvPicPr/>
          <p:nvPr/>
        </p:nvPicPr>
        <p:blipFill>
          <a:blip r:embed="rId1"/>
          <a:stretch/>
        </p:blipFill>
        <p:spPr>
          <a:xfrm rot="21586200">
            <a:off x="30240" y="-169920"/>
            <a:ext cx="4835160" cy="2793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"/>
          <p:cNvPicPr/>
          <p:nvPr/>
        </p:nvPicPr>
        <p:blipFill>
          <a:blip r:embed="rId2"/>
          <a:stretch/>
        </p:blipFill>
        <p:spPr>
          <a:xfrm>
            <a:off x="0" y="2700000"/>
            <a:ext cx="4964760" cy="297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"/>
          <p:cNvPicPr/>
          <p:nvPr/>
        </p:nvPicPr>
        <p:blipFill>
          <a:blip r:embed="rId3"/>
          <a:stretch/>
        </p:blipFill>
        <p:spPr>
          <a:xfrm>
            <a:off x="5320800" y="0"/>
            <a:ext cx="4759200" cy="36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"/>
          <p:cNvPicPr/>
          <p:nvPr/>
        </p:nvPicPr>
        <p:blipFill>
          <a:blip r:embed="rId1"/>
          <a:stretch/>
        </p:blipFill>
        <p:spPr>
          <a:xfrm>
            <a:off x="3240000" y="17640"/>
            <a:ext cx="3600000" cy="56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"/>
          <p:cNvPicPr/>
          <p:nvPr/>
        </p:nvPicPr>
        <p:blipFill>
          <a:blip r:embed="rId2"/>
          <a:stretch/>
        </p:blipFill>
        <p:spPr>
          <a:xfrm>
            <a:off x="17280" y="17280"/>
            <a:ext cx="3402720" cy="565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"/>
          <p:cNvPicPr/>
          <p:nvPr/>
        </p:nvPicPr>
        <p:blipFill>
          <a:blip r:embed="rId3"/>
          <a:stretch/>
        </p:blipFill>
        <p:spPr>
          <a:xfrm>
            <a:off x="6840000" y="-17640"/>
            <a:ext cx="3240000" cy="56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"/>
          <p:cNvPicPr/>
          <p:nvPr/>
        </p:nvPicPr>
        <p:blipFill>
          <a:blip r:embed="rId1"/>
          <a:stretch/>
        </p:blipFill>
        <p:spPr>
          <a:xfrm>
            <a:off x="0" y="22680"/>
            <a:ext cx="5400000" cy="324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" name=""/>
          <p:cNvPicPr/>
          <p:nvPr/>
        </p:nvPicPr>
        <p:blipFill>
          <a:blip r:embed="rId2"/>
          <a:stretch/>
        </p:blipFill>
        <p:spPr>
          <a:xfrm>
            <a:off x="0" y="3420000"/>
            <a:ext cx="5580000" cy="224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"/>
          <p:cNvPicPr/>
          <p:nvPr/>
        </p:nvPicPr>
        <p:blipFill>
          <a:blip r:embed="rId3"/>
          <a:stretch/>
        </p:blipFill>
        <p:spPr>
          <a:xfrm>
            <a:off x="5794200" y="34200"/>
            <a:ext cx="4285800" cy="5635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"/>
          <p:cNvPicPr/>
          <p:nvPr/>
        </p:nvPicPr>
        <p:blipFill>
          <a:blip r:embed="rId1"/>
          <a:stretch/>
        </p:blipFill>
        <p:spPr>
          <a:xfrm>
            <a:off x="0" y="0"/>
            <a:ext cx="5220000" cy="252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" name=""/>
          <p:cNvPicPr/>
          <p:nvPr/>
        </p:nvPicPr>
        <p:blipFill>
          <a:blip r:embed="rId2"/>
          <a:stretch/>
        </p:blipFill>
        <p:spPr>
          <a:xfrm>
            <a:off x="5400000" y="0"/>
            <a:ext cx="4645800" cy="414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"/>
          <p:cNvPicPr/>
          <p:nvPr/>
        </p:nvPicPr>
        <p:blipFill>
          <a:blip r:embed="rId3"/>
          <a:stretch/>
        </p:blipFill>
        <p:spPr>
          <a:xfrm>
            <a:off x="0" y="2565360"/>
            <a:ext cx="5291280" cy="3104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LibreOffice/25.8.6.2$Linux_X86_64 LibreOffice_project/a46b460d1686bb49c718d2ef5f88b83ff2dc4981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2026-04-01T09:43:28Z</dcterms:created>
  <dc:creator/>
  <dc:description/>
  <dc:language>es-ES</dc:language>
  <cp:lastModifiedBy/>
  <cp:lastPrinted>2026-04-01T10:18:46Z</cp:lastPrinted>
  <dcterms:modified xsi:type="dcterms:W3CDTF">2026-04-01T10:29:09Z</dcterms:modified>
  <cp:revision>1</cp:revision>
  <dc:subject/>
  <dc:title/>
</cp:coreProperties>
</file>